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60" r:id="rId6"/>
    <p:sldId id="267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132C-7DD1-51D6-37A8-D0289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5FFAE-E3FC-B3DC-C55A-2433ACE5B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07121-D9FA-5018-2211-CEF0ADA3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E4EC-B5AA-B324-519B-6E4105327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9399B-A570-6267-6496-4E810671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D452-C282-85F4-4C6E-4B8427A4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025F6-C7DD-02C2-74A4-1E125ED9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C7A59-3191-A211-8A74-86A28D1F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05A3-F0DC-FA57-F299-F6D5E7D6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7D6C-679A-C0E1-7893-54807C24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3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33FB-E65A-F712-33CA-9AC924D94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9AED2-2A06-E615-201F-28D1EA674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78EF1-8EFB-936B-2C6A-B54715839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C4E39-97E4-A967-BCEA-9FA275DB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9B5F-944D-882C-8C2F-54806FE9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4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F60D-257C-7911-15DA-79403F97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2DB86-73BA-C50F-F1FB-01A86B639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E032D-12B1-5A45-5961-617D9643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9144D-85F3-85CE-CA5C-75BC82F76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4F16A-0808-53A9-5367-618E1FD1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A9A1F-43D9-F0D1-6D80-C0B2B34B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5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33C2-B93E-1B4B-C268-D743F6E2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793D-8C1F-291A-2FE3-62DE8FC4F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33233-AAA9-6539-8F48-6FCB1F2A6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B21AD-4DBE-0178-7687-665B3B12E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FDD69-2A07-931A-F4F2-C1319A893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683588-AB02-3DA5-24BE-45E39D7A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AF432-3A6A-479E-B43B-76F5F047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8CA4-394A-4B91-5739-CCB9876A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7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197A-29E5-64F2-C37E-C707D54E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118AF-A84D-AB54-7A4D-BCBF9E7B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5AF226-0109-ADF0-FA8F-D5C1FEF1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4ADE1-3BA1-35CE-4AEE-4C8C6441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2BE5D-816B-734B-0026-83A3A797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BDC6D-42AA-A98E-6EB0-822B0C79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77917-472C-F732-1494-C35C2E5A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9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A83A-B2AD-6FBD-B7B1-9CF0992A1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1AC9-8B29-717F-1D84-46056CD85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EAAB-E9F1-097B-2470-30A462B60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3EE1F-6E92-04E2-CB76-63F6A96C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06A8D-B7DF-EA39-37E0-2B33F1D1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5D262-1A31-D920-4560-73416A0B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4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1495-0BF9-3005-65E7-045A8427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97292-E153-22AC-2841-4B90D63AD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740FD-45DD-83F5-5CB0-911B77C9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1A6DB-38FD-DA4B-2BF2-69181770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2F1EE-7401-A431-1A1C-466B8F4C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10C52-4BCA-7176-6C4E-E9EF55A5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0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E506-5595-1629-57B2-162F1E1C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CC8CC-2CAC-9296-9ECF-E4829B8F0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18F81-11B4-384D-19F5-653E965C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A82B5-DBFF-5650-36CC-626684FD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EB7C4-43A0-0AB7-9252-D6392A0A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D6C27-8810-0935-E9D8-751A1AFB4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F77D9-1178-1657-4031-67AAC6205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45628-17A4-DB13-E56F-90A85802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14B1-1976-A976-DCE2-5D7944FC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B0DB3-04FE-287A-1F27-DC640E27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14300-3FBD-6C85-A883-16FC0C827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51BB1-C2BC-72B4-5059-D9111FB28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0680-0E36-73BD-A13E-E4A20B205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784BF-482B-41F6-B444-57DD3FA74F1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B27F0-DEE1-18F0-61B4-875B7068A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77E2A-A8BD-645F-18AF-A4BDA821C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36A92-6167-49BC-8AAA-4F426B083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3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onowar.hossain01@northsouth.edu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4E5E-5E04-D2A5-1902-48DF8DF4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510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B0AE-5581-46EE-06F9-EE9DDCB78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591"/>
            <a:ext cx="10084904" cy="4477372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Md. Monowar Hossain (PhD)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ECE, NSU (part-time)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 Department of Civil Engineering, 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DUET (Full-Time), Gazipur</a:t>
            </a: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Details: </a:t>
            </a: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monowar.hossain01@northsouth.edu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Cell: +8801915644511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36690D9D-3734-FC00-E32A-159D026DFE8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90982" y="239077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1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5173-1241-E703-3EC7-1483AAA76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0491" y="884046"/>
            <a:ext cx="9312369" cy="304412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b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Drawing</a:t>
            </a:r>
            <a:b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0" dirty="0">
                <a:solidFill>
                  <a:srgbClr val="1B1B1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(EEE 154)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6984-6C61-4CDC-77CF-3163CB599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0492" y="4584686"/>
            <a:ext cx="9144000" cy="107509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Md. Monowar Hossain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84C415A6-0B7C-B5B4-8C08-234BBD3D64B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492" y="314295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8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F115-9005-EE62-E7F1-5BC41624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DA33-18BE-9764-774B-A6A8EF45B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822"/>
            <a:ext cx="10515600" cy="4744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Lettering, numbering and heading; plane geometry. Projection (Solid Geometry).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and true shape: cube, pyramid, cone, prism; section and true shape.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Isometric drawing, oblique drawing.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Plan, elevation and section of engineering structures. </a:t>
            </a:r>
          </a:p>
          <a:p>
            <a:pPr marL="0" indent="0"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Computer-Aided Design (CAD)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7102F984-5C3C-528D-0EDD-4D001CDA23F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492" y="314295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A78A-D850-8D21-AB7F-BB66B519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called Drawing??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09AB6-8D76-6873-A871-FF9E5A282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engineering drawing is a type of technical drawing that communicates how a component or system is to be constructed or assembled. It is used to convey information about an object.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universal language that conveys information about dimensions, materials, processes, and tolerances, ensuring that engineers, architects, and manufacturers can collaborate effectively.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use is to specify the geometry necessary for constructing a component called a detailed drawing.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Usually, several drawings are necessary to specify even a simple component completely.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1DA39267-9E0B-0607-ADC4-49B1024D51F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492" y="314295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3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7802-27E3-CCE3-69C9-7739A3A0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4"/>
            <a:ext cx="10515600" cy="1110590"/>
          </a:xfrm>
        </p:spPr>
        <p:txBody>
          <a:bodyPr/>
          <a:lstStyle/>
          <a:p>
            <a:r>
              <a:rPr lang="en-US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Engineering Drawing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804C-69C9-E8A3-6823-8A4629060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 drawings are essential tools in the design and manufacturing processes, helping to translate ideas into tangible products.</a:t>
            </a:r>
          </a:p>
          <a:p>
            <a:pPr marL="0" indent="0" algn="just">
              <a:buNone/>
            </a:pPr>
            <a:endParaRPr lang="en-US" b="1" i="0" dirty="0">
              <a:solidFill>
                <a:srgbClr val="2828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Facilitates clear communication among engineers, architects, and manufacturers.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Ensures accuracy in the construction and assembly of parts.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Serves as a permanent record of designs and specifications.</a:t>
            </a:r>
          </a:p>
          <a:p>
            <a:pPr marL="0" indent="0" algn="just" rtl="0">
              <a:buNone/>
            </a:pPr>
            <a:r>
              <a:rPr lang="en-US" b="1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 Compliance:</a:t>
            </a:r>
            <a:r>
              <a:rPr lang="en-US" b="0" i="0" dirty="0">
                <a:solidFill>
                  <a:srgbClr val="2828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Adheres to industry standards, ensuring consistency and compatibility in engineering practices.</a:t>
            </a:r>
          </a:p>
          <a:p>
            <a:pPr marL="0" indent="0" algn="just" rtl="0">
              <a:buNone/>
            </a:pPr>
            <a:endParaRPr lang="en-US" b="0" i="0" dirty="0">
              <a:solidFill>
                <a:srgbClr val="28282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C331B15F-C8FD-8C45-EC77-3A2DA7CFEC9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492" y="314295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5332-9525-0699-299D-3E627067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and Marks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2628-6CF2-0B96-C6B5-69C3F1C44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96" y="1825625"/>
            <a:ext cx="11330608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		10%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		10%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Mid-Exam		30%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		10%</a:t>
            </a:r>
          </a:p>
          <a:p>
            <a:pPr marL="0" indent="0">
              <a:buNone/>
            </a:pPr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Exam		40%</a:t>
            </a:r>
          </a:p>
          <a:p>
            <a:pPr marL="0" indent="0">
              <a:buNone/>
            </a:pP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AU" b="1">
                <a:latin typeface="Times New Roman" panose="02020603050405020304" pitchFamily="18" charset="0"/>
                <a:cs typeface="Times New Roman" panose="02020603050405020304" pitchFamily="18" charset="0"/>
              </a:rPr>
              <a:t>: The final exam </a:t>
            </a:r>
            <a: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held on the Last day of my Scheduled Lecture </a:t>
            </a:r>
          </a:p>
        </p:txBody>
      </p:sp>
      <p:pic>
        <p:nvPicPr>
          <p:cNvPr id="5" name="Image 2">
            <a:extLst>
              <a:ext uri="{FF2B5EF4-FFF2-40B4-BE49-F238E27FC236}">
                <a16:creationId xmlns:a16="http://schemas.microsoft.com/office/drawing/2014/main" id="{EFC7879C-56CD-E2F1-73DB-7BAB242B3F2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94492" y="314295"/>
            <a:ext cx="887095" cy="8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9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ood luck wishes">
            <a:extLst>
              <a:ext uri="{FF2B5EF4-FFF2-40B4-BE49-F238E27FC236}">
                <a16:creationId xmlns:a16="http://schemas.microsoft.com/office/drawing/2014/main" id="{FEAD4B2B-7B2A-F5A3-C87F-F918AE494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100" y="1834601"/>
            <a:ext cx="5641628" cy="423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35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341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Introduction</vt:lpstr>
      <vt:lpstr>FIRST LECTURE  ON Engineering Drawing (EEE 154)</vt:lpstr>
      <vt:lpstr>Course Contents</vt:lpstr>
      <vt:lpstr>What is called Drawing??</vt:lpstr>
      <vt:lpstr>Importance of Engineering Drawing</vt:lpstr>
      <vt:lpstr>Assessment and Marks Distribution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Monowar Hossain</dc:creator>
  <cp:lastModifiedBy>MD MONOWAR HOSSAIN</cp:lastModifiedBy>
  <cp:revision>27</cp:revision>
  <dcterms:created xsi:type="dcterms:W3CDTF">2025-02-27T07:38:40Z</dcterms:created>
  <dcterms:modified xsi:type="dcterms:W3CDTF">2026-06-04T04:16:37Z</dcterms:modified>
</cp:coreProperties>
</file>